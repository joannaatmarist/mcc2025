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86BD-F396-EAE4-CBBE-BAF550193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16E46-8EFE-8BF4-0510-7B4484087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F8E7-C2E2-241D-9092-1BAFB799C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2F2EE-5BB3-939E-67CC-923038B9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1B552-0844-06DE-BFDD-CC2DBB44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8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6597-A3F6-C384-FFD7-217CBF7B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E5199-DA72-DA84-DB8C-850B8E08E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4C7F-68AD-8834-C93D-48BA1A29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D4EA8-E9D0-447C-F3AE-ECCF68F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DDD81-A883-4C57-717A-539D88F2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7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988E-CE83-F9DD-0066-3F3402BB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B788C-F18A-D872-2029-5EE0CD93C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294-D492-F550-F6FA-E011A889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1820C-3AA7-6C2F-DB90-D74A4F22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DAB89-E315-9D11-C6E5-4643269C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3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B275-4E6A-3B46-6B4B-4A2BF036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9C42-48B0-F3DA-EB20-275B8DEB8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113D3-09D8-91C4-3259-13A67A728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9D4F6-F3DD-47E6-F410-E5B3B3EE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741A5-1851-80A5-3DE5-E7B5D555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D4265-A9D2-658D-3B4C-DFAA9FF8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4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A2F4-267D-FDEF-62AB-71A7D6C1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6149B-0BE6-201A-BC07-5D3E66D5A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ECDC8-A903-8D7E-D472-A222291E7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60BEC-762C-1D17-8095-6ADE3BB15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F9714-619B-8909-A54A-EFFFD8DD7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B70CD-7F79-8D3D-DA70-BBADA863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D82A3-50D2-D63B-C8C2-50F67E5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507EB-3001-B644-EB57-66AF6B42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3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1763-D85E-28B3-228C-A4AA4B76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64826-AD53-8BD6-E78B-01A60086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3D3DB-D4B8-DC4F-BD2B-612E2A32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789B1-DB22-7FB0-77A9-95E062A6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3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74676-3CDC-5B13-B511-FCEFE5CF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FCB5F-7B01-B629-818A-FBEE2580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40AC9-E81D-4087-CBF7-FBA969E9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3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AF1E-2998-E42A-FD87-14AEC8D8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8D30F-4262-6BB7-30A9-0E385951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7CB5F-6B0F-2091-A138-2067E9BEF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5FD9B-1EC7-543E-617C-886AD720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C9FC6-4E37-F052-3BE9-C9E24477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8F9B2-3B28-C8ED-B429-0B5A834F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7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2BACE-EEF2-0E36-EF01-0B3191B2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C1372-9348-9A71-ECAA-0E96D02F7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1DCF1-F53D-FC57-C2B1-3F39A07BE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AD0FD-DE09-7BCD-8A84-7549FC9D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214CB-B14A-8E30-049F-16D20EB8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140C5-5BFE-30B7-B48B-0ED6B6A0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D34D-55ED-0CF1-BEB3-833E2E99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07762-4641-E014-EC64-86ABD67B0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E7865-C354-8E9E-85EC-21593944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0B483-DAFC-E2EC-0ABF-5A5972D2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46E24-1778-2C91-D4F7-2317AF1A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79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B5EC9-2663-9CE6-6BD5-97E6AC1EE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DFD79-91EF-93EB-B09B-6FD94570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9BB4-378A-5D12-43B6-1E11CCBD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57CCC-2309-6A50-D093-4A97A4D6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AA388-9E27-ED3A-BCF8-287C41FA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6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97390-AE75-35D8-AFAC-BC36F986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16003-A0A8-F6FA-A183-E63BF6CB4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15785-B15A-14DB-ADC6-036128CDB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40C51-9C2C-4D02-ACE5-67346F8176C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A1226-7DE9-79AE-00E2-2360A4E42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A4D25-F589-5B58-319A-2F7ACE0D4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6323B-F397-4213-83AC-D0A8A015E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4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ezi.com/view/aic5Uvqkd9bnvfC6oNhG/?referral_token=90v6aBlnB3F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9CD6-4455-138B-3A99-5FFB529D4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1122363"/>
            <a:ext cx="11320272" cy="2387600"/>
          </a:xfrm>
        </p:spPr>
        <p:txBody>
          <a:bodyPr>
            <a:noAutofit/>
          </a:bodyPr>
          <a:lstStyle/>
          <a:p>
            <a:r>
              <a:rPr lang="en-US" sz="2400" dirty="0"/>
              <a:t>Below is a link to the Presi based presentation for Carolyn Sher from WGU 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 https://prezi.com/view/aic5Uvqkd9bnvfC6oNhG/?referral_token=90v6aBlnB3FN</a:t>
            </a:r>
            <a:r>
              <a:rPr lang="en-US" sz="2400" dirty="0"/>
              <a:t>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956D9-1B1F-3312-EF8C-D1AFE19E9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2679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Below is a link to the Presi based presentation for Carolyn Sher from WGU   https://prezi.com/view/aic5Uvqkd9bnvfC6oNhG/?referral_token=90v6aBlnB3FN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Casimer DeCusatis</dc:creator>
  <cp:lastModifiedBy>Casimer DeCusatis</cp:lastModifiedBy>
  <cp:revision>1</cp:revision>
  <dcterms:created xsi:type="dcterms:W3CDTF">2025-11-12T18:13:27Z</dcterms:created>
  <dcterms:modified xsi:type="dcterms:W3CDTF">2025-11-12T18:16:12Z</dcterms:modified>
</cp:coreProperties>
</file>